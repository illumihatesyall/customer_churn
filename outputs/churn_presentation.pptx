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I'll walk you through a complete churn analysis — from raw data to a deployed model and actionable segments. The goal is to give you a decision-ready view of who is about to leave and what we can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sections, roughly 3 minutes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Acquiring a new customer costs 5× more than retaining one — this is industry consensus. At 26.5% churn we're leaking serious revenue. The goal of this project is to turn that from a lagging metric into a leading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IBM Telco Churn dataset gives us 7,043 customers with 21 features. We engineered 25 more — including avg monthly charges, charges per active service, a high-value flag, and tenure buckets. The full pipeline runs reproducibly via make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chart is the critical finding: churn collapses dramatically as customers age. The first 12 months are make-or-break. The class imbalance (right) guided our modeling choices — we used scale_pos_weight in XGBoost to handle the 3:1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worst-case customer profile: month-to-month, pays by electronic check, has fiber optic internet, and is new. We see churn rates of 40–50% in this group versus 26% overall.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outperforms logistic regression on every precision-recall metric. The key business number is the 4.19× lift — contacting the top 10% of customers by predicted risk captures 42% of all who would have churned.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lift chart shows cumulative gains. The red dotted line is top-10% — we capture 42% of actual churners there. The model curve bows well above the random diagonal, confirming real predictive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gives us model-agnostic feature attribution. Red dots = pushes toward churn, blue = away. Contract type dominates — a customer on a month-to-month plan is far more likely to churn than anything else we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segments are derived directly from SHAP values — they're not just correlations, they're model-confirmed drivers. Together they cover roughly 50% of our customer base. The good news: all three have concrete, low-cost interventions.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recommendations in order of effort. The risk list and contract conversion require no product changes — just process and a promotion budget. Onboarding is a CX investment. Bundling is a pricing/packaging conversation with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$42K figure is conservative — it uses a 30% save rate which is a widely cited industry baseline. If your actual outreach converts at 40–50%, the number scales linearly. The real lever is measuring the holdout group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four key numbers and the single clearest next step: get the weekly risk list running and set up a holdout group to measure actual save rate. That measurement is what turns this from a model into a business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286000" cy="2286000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Predicting, Understanding &amp; Reducing Customer Churn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Telco Dataset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 •  7,043 customers  •  XGBoost + SHAP  •  PR-AUC 0.25  •  4.19x Lift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53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207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costs 5× more than retention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56632" y="1353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56632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07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customers, key risk drivers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587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441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baseline — PR-AUC, lift, 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56632" y="2587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441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Interpretation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churn decisions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822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Actionable Segments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target and why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566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56632" y="3822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05663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4069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$42K/yr revenue impact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acquire a new 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to keep 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34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5420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7,043 customers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already left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234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126480" y="21945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ARPU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5420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 — every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point costs revenue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914400"/>
          </a:xfrm>
          <a:prstGeom prst="rect">
            <a:avLst>
              <a:gd name="adj" fmla="val 6000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model that identifies who is likely to leave, explain why, and quantify the revenue we can save.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10515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803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8803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9476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379476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10058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15968" y="11247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315968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0607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clean → feature store (parquet + DuckDB)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81051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192938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315968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8653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analysis, segment charts, correlation heatmap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2615184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15968" y="27340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315968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6700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baseline → XGBoost + Optuna (50 trials)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3419856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15968" y="35387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315968" y="3538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4747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— global + per-customer drivers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60520" y="4224528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15968" y="43434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315968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42793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What-If simulator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What the Data Tells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info\OneDrive\Desktop\customer_churn\churn_project\outputs\cohort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8620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9136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Cohort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54880" y="96012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C:\Users\info\OneDrive\Desktop\customer_churn\churn_project\outputs\class_im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51560"/>
            <a:ext cx="3703320" cy="2651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39136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(73.5% retained / 26.5% churned)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5760" y="42519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2793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Early-tenure customers (0–12 months) churn at &gt;3× the rate of long-tenure customers — and they represent the single largest growth cohort.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Customer Profile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info\OneDrive\Desktop\customer_churn\churn_project\outputs\segment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49377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high-risk combo: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4173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42432" y="141732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36208" y="1463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36208" y="1810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churn  vs  11% avg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01000" y="1673352"/>
            <a:ext cx="59436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8001000" y="1673352"/>
            <a:ext cx="464681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28600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42432" y="22860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36208" y="2331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payment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36208" y="2679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churn  vs  16% avg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2542032"/>
            <a:ext cx="59436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0" y="2542032"/>
            <a:ext cx="486295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0" y="315468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742432" y="31546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36208" y="3200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36208" y="3547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churn  vs  19% avg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01000" y="3410712"/>
            <a:ext cx="59436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0" y="3410712"/>
            <a:ext cx="453875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0" y="402336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42432" y="40233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236208" y="40690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&lt; 12 months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36208" y="4416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churn  vs  26% avg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01000" y="4279392"/>
            <a:ext cx="59436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0" y="4279392"/>
            <a:ext cx="540327" cy="91440"/>
          </a:xfrm>
          <a:prstGeom prst="rect">
            <a:avLst/>
          </a:prstGeom>
          <a:solidFill>
            <a:srgbClr val="C0392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97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97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41.9%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Top 10%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churners caught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00584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2430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097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4.19×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20840" y="2011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@ Top 10%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2377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random targeting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0.2503 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@ Top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0.4194 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@ Top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4.19× 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0.3470 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Lift — Targeting Efficiency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info\OneDrive\Desktop\customer_churn\churn_project\outputs\lift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5074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0584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97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89320" y="155448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only 141 customers and catch 41.9% of all churners — vs. 10% at random.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4.19×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89320" y="288036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factor — every dollar of outreach goes 4× further than random selection.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6576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~$142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9320" y="420624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 per customer reached (at 30% save rate × $74 ARPU × 12 mo).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Churn — SHAP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info\OneDrive\Desktop\customer_churn\churn_project\outputs\shap_bees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493776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22452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 — each dot is a customer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23560" y="91440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C:\Users\info\OneDrive\Desktop\customer_churn\churn_project\outputs\shap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987552"/>
            <a:ext cx="3072384" cy="3154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23560" y="4224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— global importance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5760" y="4553712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5537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#1 driver — month-to-month customers have very high SHAP values   |   Tenure is #2 — recent joiners show consistently positive (churn) SHAP scores   |   Charges per service is #3 — high charges relative to services used predict churn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Actionable Segments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mean |SHAP| — each split at median, churn rates compared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1115568"/>
          </a:xfrm>
          <a:prstGeom prst="roundRect">
            <a:avLst>
              <a:gd name="adj" fmla="val 6557"/>
            </a:avLst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3,875 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discounted annual plans to month-to-month customers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463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 vs 6.8%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high vs low group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5544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6.32×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207568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churn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32320" y="14173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42.7% — nearly 9× the rate of those on annual contracts (6.8%). This is the single most actionable lever.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514600"/>
            <a:ext cx="8321040" cy="1115568"/>
          </a:xfrm>
          <a:prstGeom prst="roundRect">
            <a:avLst>
              <a:gd name="adj" fmla="val 6557"/>
            </a:avLst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1635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&lt; 29 months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3,569 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264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program + check-in at 3, 6, 12 months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39.5% vs 13.2%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high vs low group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278892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2788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2.98×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331012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churn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mid-tenure customers churn at 39.5% vs 13.2% for long-tenure. The first 2 years are the critical retention window.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749040"/>
            <a:ext cx="8321040" cy="1115568"/>
          </a:xfrm>
          <a:prstGeom prst="roundRect">
            <a:avLst>
              <a:gd name="adj" fmla="val 6557"/>
            </a:avLst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0507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Charges per Service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3,520 customers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4498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services or offer add-ons to improve value perception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3931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43.4% vs 9.7%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749040" y="4343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high vs low group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402336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40233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4.45×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80760" y="45445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churn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32320" y="38862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more per active service (above $13.97/service) churn at 43.4%. They perceive low value for the price.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0352" y="11430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11430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143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Top-10% Risk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customers weekly. Contact the top 141 highest-risk customers — this targets 42% of upcoming churners with minimal outreach cost.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73168" y="1005840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430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11430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1143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1097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Contract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1554480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month-to-month customers a discounted annual plan. Even a 10% conversion rate saves significant MRR at the highest-risk cohort.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0632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306324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063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Customer Onboarding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check-ins at 3, 6, and 12 months for new customers. Target tenure &lt;12 mo — the 50% churn cohort. Early intervention is 3× cheaper than win-back.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2926080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0632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6448" y="306324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8156448" y="3063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Bundling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3474720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charges-per-service feel poor value. Offer bundles (e.g., security + backup + support) to spread cost perception across more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Revenue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0058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0515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$42,818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828800" y="2240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revenue retained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 targeting captures 41.9% of churners per scoring run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save-rate from targeted outreach  (industry benchmark — replace with A/B test result)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0965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ARPU of saved customers = $74.44/month × 12 months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449884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Caveats: SHAP = correlation, not causation. Validate save-rate with a randomized holdout. Re-validate model on rolling-window holdouts before production deployment.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XGBoost  •  PR-AUC 0.25  •  4.19× lift  •  41.9% recall@top-10%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drivers: Contract type, Tenure, Charges per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520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~$42,818/yr at 30% save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9776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Deploy weekly risk list + A/B test retention outreach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•  Customer Churn Analysis  •  Telco Dataset  •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subject>PptxGenJS Presentation</dc:subject>
  <dc:creator>Data Science Team</dc:creator>
  <cp:lastModifiedBy>Data Science Team</cp:lastModifiedBy>
  <cp:revision>1</cp:revision>
  <dcterms:created xsi:type="dcterms:W3CDTF">2026-06-19T16:32:55Z</dcterms:created>
  <dcterms:modified xsi:type="dcterms:W3CDTF">2026-06-19T16:32:55Z</dcterms:modified>
</cp:coreProperties>
</file>